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LocalTools Fixture Deck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Fixture bullet 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